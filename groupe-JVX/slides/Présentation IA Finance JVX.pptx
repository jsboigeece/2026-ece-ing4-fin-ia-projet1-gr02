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302bbf8a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302bbf8a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02bbf8a5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302bbf8a5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302bbf8a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302bbf8a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302bbf8a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302bbf8a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302bbf8a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302bbf8a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302bbf8a5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302bbf8a5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302bbf8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302bbf8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d7565d9d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d7565d9d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d7565d9d_1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d7565d9d_1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2d7565d9d_1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2d7565d9d_1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2d7565d9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2d7565d9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2d7565d9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2d7565d9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302bbf8a5_14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302bbf8a5_14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139" name="Google Shape;13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 es un expert en design, améliore la diapositive pour la rendre estétique et plaisante à regarder pendant la présentation"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 es un expert en design, améliore la diapositive pour la rendre estétique et plaisante à regarder pendant la présentation"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 es un expert en design, améliore la diapositive pour la rendre estétique et plaisante à regarder pendant la présentation"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Capture 1 : </a:t>
            </a:r>
            <a:endParaRPr/>
          </a:p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1873" l="777" r="777" t="2055"/>
          <a:stretch/>
        </p:blipFill>
        <p:spPr>
          <a:xfrm>
            <a:off x="552125" y="552575"/>
            <a:ext cx="8039752" cy="36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Capture 2 : </a:t>
            </a:r>
            <a:endParaRPr/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2118" l="0" r="1029" t="2032"/>
          <a:stretch/>
        </p:blipFill>
        <p:spPr>
          <a:xfrm>
            <a:off x="446775" y="398225"/>
            <a:ext cx="8250450" cy="374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Capture 3 : </a:t>
            </a:r>
            <a:endParaRPr/>
          </a:p>
        </p:txBody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1835" l="1262" r="841" t="0"/>
          <a:stretch/>
        </p:blipFill>
        <p:spPr>
          <a:xfrm>
            <a:off x="519912" y="437946"/>
            <a:ext cx="8104177" cy="3738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75" y="504975"/>
            <a:ext cx="8086298" cy="37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1518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éliorer cette diapositive"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